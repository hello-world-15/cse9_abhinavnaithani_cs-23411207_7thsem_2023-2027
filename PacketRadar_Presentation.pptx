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PacketRadar  |  B.Tech CSE Internship Presentation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263640" cy="4709160"/>
          </a:xfrm>
          <a:prstGeom prst="roundRect">
            <a:avLst>
              <a:gd name="adj" fmla="val 1553"/>
            </a:avLst>
          </a:prstGeom>
          <a:solidFill>
            <a:srgbClr val="111826"/>
          </a:solidFill>
          <a:ln w="12700">
            <a:solidFill>
              <a:srgbClr val="1F2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7335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15798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04825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 classified by port, not fully decoded at the application 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264947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253974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 and SNI details are not extracted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14096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03123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hostname and MAC-vendor information can remain unknown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63245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352272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type/code analysis is limited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412394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401421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retransmission detection is heuristic, not full stream reassembly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61543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450570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is behavioral and rule-based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510692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88720" y="499719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signature-based matching against known-malicious IPs or payloads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559841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88720" y="5488686"/>
            <a:ext cx="5394960" cy="491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blocking of detected threats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141732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E2620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17099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194560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PacketRadar demonstrates a working web-based approach for combining live network monitoring, offline PCAP analysis, behavioral threat detection and automated reporting in a single application.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452360" y="5532120"/>
            <a:ext cx="3794760" cy="0"/>
          </a:xfrm>
          <a:prstGeom prst="line">
            <a:avLst/>
          </a:prstGeom>
          <a:noFill/>
          <a:ln w="12700">
            <a:solidFill>
              <a:srgbClr val="1F2A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52360" y="5650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 +  offline analysis  +  detection  +  reporting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2026-09-10T16:25:32Z</dcterms:created>
  <dcterms:modified xsi:type="dcterms:W3CDTF">2026-09-10T16:25:32Z</dcterms:modified>
</cp:coreProperties>
</file>